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TITLE
LOGO: Duble//Slash wordmark · 200x48 · swap in _bmad/assets/logos/duble-slash-wordmark-white.svg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THE PATTERN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INTRODUCING DUBLE SLASH
LOGO: Duble//Slash wordmark · 160x36 · swap in _bmad/assets/logos/duble-slash-wordmark-white.svg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3.5 — FISH: THE METHOD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3.6 — WHY FISH (FAILURE MODES)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HOW IT WORKS — DIAGRAM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THE THREE CAPTURE TIERS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THE 13 AGENTS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6.5 — THE // GESTURE + @EXPERTS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6.7 — INSTALL EXPERIENCE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— TWO VIEWS ON TOP
SCREENSHOT: Linear-like task view · see ux-design doc — V1 surface, placeholder
SCREENSHOT: GitHub-like push/branch view · see ux-design doc — V1 surface, placeholder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— TRUST IS THE PRODUCT
SCREENSHOT: Privacy dashboard · see ux-design doc Flow 6 · "Stored on this device / Synced to Context Cloud / Telemetry sent / Agents that have run"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— LICENSE: FSL-1.1-APACHE-2.0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— MARKET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 — COMPETITIVE LANDSCAPE + TALKING POINTS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 — COMPETITOR TALKING POINTS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 — GO-TO-MARKET: SMB-FIRST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 — PRICING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 — ROADMAP: 3 MILESTONES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16 — WHAT SHIPS IN V1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17 — ARCHITECTURE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18 — THE AGENT FABRIC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19 — WHY NOW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20 — DEFENSIBILITY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21 — RISKS AND HOW WE HANDLE THEM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22 — WHAT WE'RE STILL FIGURING OUT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23 — APPENDIX: TECHNICAL 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24 — APPENDIX: SUCCESS METRICS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25 — APPENDIX: WHY FSL-1.1-APACHE-2.0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26 — CLOSING
LOGO: Duble//Slash wordmark · 180x44 · swap in _bmad/assets/logos/duble-slash-wordmark-white.svg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Duble//Slash</dc:title>
  <dc:subject>PptxGenJS Presentation</dc:subject>
  <dc:creator>Created by Marp</dc:creator>
  <cp:lastModifiedBy>Created by Marp</cp:lastModifiedBy>
  <cp:revision>1</cp:revision>
  <dcterms:created xsi:type="dcterms:W3CDTF">2026-04-23T09:41:29Z</dcterms:created>
  <dcterms:modified xsi:type="dcterms:W3CDTF">2026-04-23T09:41:29Z</dcterms:modified>
</cp:coreProperties>
</file>